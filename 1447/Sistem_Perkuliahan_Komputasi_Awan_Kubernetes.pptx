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SISTEM PERKULIAHAN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9718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/>
            </a:pPr>
            <a:r>
              <a:t>Komputasi Awan &amp; Praktik Kubernetes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886200"/>
            <a:ext cx="9418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/>
            </a:pPr>
            <a:r>
              <a:t>Aturan • Pola Belajar • Kehadiran • Penilaian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1. Kehadiran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6070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Kehadiran wajib minimal 75% melalui aplikasi Saimen.</a:t>
            </a:r>
          </a:p>
          <a:p>
            <a:pPr>
              <a:spcAft>
                <a:spcPts val="1200"/>
              </a:spcAft>
              <a:defRPr sz="2100"/>
            </a:pPr>
            <a:r>
              <a:t>Kehadiran dicatat dan menjadi bagian dari evaluasi perkuliahan.</a:t>
            </a:r>
          </a:p>
          <a:p>
            <a:pPr>
              <a:spcAft>
                <a:spcPts val="1200"/>
              </a:spcAft>
              <a:defRPr sz="2100"/>
            </a:pPr>
            <a:r>
              <a:t>Jika kehadiran kurang dari 75%, mahasiswa mendapatkan tugas pengganti.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2. Dua Jalur Penilaian Mata Kuliah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6070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SHORT CUT — kesempatan memperoleh nilai final lebih awal.</a:t>
            </a:r>
          </a:p>
          <a:p>
            <a:pPr>
              <a:spcAft>
                <a:spcPts val="1200"/>
              </a:spcAft>
              <a:defRPr sz="2100"/>
            </a:pPr>
            <a:r>
              <a:t>REGULAR — mengikuti seluruh proses penilaian sampai akhir semester.</a:t>
            </a:r>
          </a:p>
          <a:p>
            <a:pPr>
              <a:spcAft>
                <a:spcPts val="1200"/>
              </a:spcAft>
              <a:defRPr sz="2100"/>
            </a:pPr>
            <a:r>
              <a:t>Mahasiswa memilih jalur sesuai kesiapan dan target nilainya.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A. SHORT CUT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5156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Dilaksanakan sekitar minggu ke-3 atau ke-4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6070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Terbuka bagi mahasiswa yang berminat dan siap mengikuti tes.</a:t>
            </a:r>
          </a:p>
          <a:p>
            <a:pPr>
              <a:spcAft>
                <a:spcPts val="1200"/>
              </a:spcAft>
              <a:defRPr sz="2100"/>
            </a:pPr>
            <a:r>
              <a:t>Tes teori: Komputasi Awan.</a:t>
            </a:r>
          </a:p>
          <a:p>
            <a:pPr>
              <a:spcAft>
                <a:spcPts val="1200"/>
              </a:spcAft>
              <a:defRPr sz="2100"/>
            </a:pPr>
            <a:r>
              <a:t>Tes praktik: membangun cluster Kubernetes.</a:t>
            </a:r>
          </a:p>
          <a:p>
            <a:pPr>
              <a:spcAft>
                <a:spcPts val="1200"/>
              </a:spcAft>
              <a:defRPr sz="2100"/>
            </a:pPr>
            <a:r>
              <a:t>Jika lulus, nilai tersebut digunakan sebagai nilai final.</a:t>
            </a:r>
          </a:p>
          <a:p>
            <a:pPr>
              <a:spcAft>
                <a:spcPts val="1200"/>
              </a:spcAft>
              <a:defRPr sz="2100"/>
            </a:pPr>
            <a:r>
              <a:t>Jika ingin menaikkan nilai, mahasiswa dapat mengikuti penilaian regular.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B. REGULAR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5156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Penilaian pada akhir semester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6070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Tes teori Komputasi Awan.</a:t>
            </a:r>
          </a:p>
          <a:p>
            <a:pPr>
              <a:spcAft>
                <a:spcPts val="1200"/>
              </a:spcAft>
              <a:defRPr sz="2100"/>
            </a:pPr>
            <a:r>
              <a:t>Tes praktik membangun cluster Kubernetes.</a:t>
            </a:r>
          </a:p>
          <a:p>
            <a:pPr>
              <a:spcAft>
                <a:spcPts val="1200"/>
              </a:spcAft>
              <a:defRPr sz="2100"/>
            </a:pPr>
            <a:r>
              <a:t>Nilai akhir mengikuti hasil penilaian regular.</a:t>
            </a:r>
          </a:p>
          <a:p>
            <a:pPr>
              <a:spcAft>
                <a:spcPts val="1200"/>
              </a:spcAft>
              <a:defRPr sz="2100"/>
            </a:pPr>
            <a:r>
              <a:t>Tidak ada ujian remedial.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3. Perangkat Wajib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6070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Mahasiswa wajib membawa laptop setiap kali kuliah.</a:t>
            </a:r>
          </a:p>
          <a:p>
            <a:pPr>
              <a:spcAft>
                <a:spcPts val="1200"/>
              </a:spcAft>
              <a:defRPr sz="2100"/>
            </a:pPr>
            <a:r>
              <a:t>Alternatif: menggunakan komputer yang tersedia di laboratorium.</a:t>
            </a:r>
          </a:p>
          <a:p>
            <a:pPr>
              <a:spcAft>
                <a:spcPts val="1200"/>
              </a:spcAft>
              <a:defRPr sz="2100"/>
            </a:pPr>
            <a:r>
              <a:t>Pastikan perangkat siap digunakan untuk praktik dan konfigurasi Kubernetes.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4. Tanya Jawab &amp; Partisipasi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6070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Pertanyaan dan jawaban mahasiswa dicatat dalam aplikasi.</a:t>
            </a:r>
          </a:p>
          <a:p>
            <a:pPr>
              <a:spcAft>
                <a:spcPts val="1200"/>
              </a:spcAft>
              <a:defRPr sz="2100"/>
            </a:pPr>
            <a:r>
              <a:t>Aktivitas diskusi dapat diperhitungkan dalam evaluasi perkuliahan.</a:t>
            </a:r>
          </a:p>
          <a:p>
            <a:pPr>
              <a:spcAft>
                <a:spcPts val="1200"/>
              </a:spcAft>
              <a:defRPr sz="2100"/>
            </a:pPr>
            <a:r>
              <a:t>Partisipasi dapat menjadi nilai pembantu untuk mendukung nilai mata kuliah.</a:t>
            </a:r>
          </a:p>
          <a:p>
            <a:pPr>
              <a:spcAft>
                <a:spcPts val="1200"/>
              </a:spcAft>
              <a:defRPr sz="2100"/>
            </a:pPr>
            <a:r>
              <a:t>Aktif bertanya, menjawab, dan berdiskusi adalah bagian dari proses belajar.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5. Pola Belajar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5156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Belajar → Tes → Diskusi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6070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1. Belajar mandiri — pelajari kisi-kisi RPS dan bahan materi sebelum pertemuan.</a:t>
            </a:r>
          </a:p>
          <a:p>
            <a:pPr>
              <a:spcAft>
                <a:spcPts val="1200"/>
              </a:spcAft>
              <a:defRPr sz="2000"/>
            </a:pPr>
            <a:r>
              <a:t>2. Tes pertemuan — ukur pemahaman materi yang telah dipelajari.</a:t>
            </a:r>
          </a:p>
          <a:p>
            <a:pPr>
              <a:spcAft>
                <a:spcPts val="1200"/>
              </a:spcAft>
              <a:defRPr sz="2000"/>
            </a:pPr>
            <a:r>
              <a:t>3. Diskusi — bahas hasil tes, pertanyaan, kendala, dan penerapan materi.</a:t>
            </a:r>
          </a:p>
          <a:p>
            <a:pPr>
              <a:spcAft>
                <a:spcPts val="1200"/>
              </a:spcAft>
              <a:defRPr sz="2000"/>
            </a:pPr>
            <a:r>
              <a:t>Tujuan: mahasiswa datang ke kelas dalam kondisi sudah memiliki dasar pemahaman.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6. Kanal Komunikasi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6070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Jika ada pertanyaan terkait perkuliahan, jangan melalui japri.</a:t>
            </a:r>
          </a:p>
          <a:p>
            <a:pPr>
              <a:spcAft>
                <a:spcPts val="1200"/>
              </a:spcAft>
              <a:defRPr sz="2100"/>
            </a:pPr>
            <a:r>
              <a:t>Ajukan pertanyaan melalui grup WhatsApp.</a:t>
            </a:r>
          </a:p>
          <a:p>
            <a:pPr>
              <a:spcAft>
                <a:spcPts val="1200"/>
              </a:spcAft>
              <a:defRPr sz="2100"/>
            </a:pPr>
            <a:r>
              <a:t>Pertanyaan di grup dapat dibaca dan dimanfaatkan oleh mahasiswa lain.</a:t>
            </a:r>
          </a:p>
          <a:p>
            <a:pPr>
              <a:spcAft>
                <a:spcPts val="1200"/>
              </a:spcAft>
              <a:defRPr sz="2100"/>
            </a:pPr>
            <a:r>
              <a:t>Gunakan komunikasi yang jelas, sopan, dan terkait perkuliahan.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7. Informasi Penting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Portal informasi:</a:t>
            </a:r>
          </a:p>
          <a:p>
            <a:pPr algn="ctr">
              <a:defRPr sz="3200" b="1"/>
            </a:pPr>
            <a:r>
              <a:t>https://s.gontor.ac.id/ka</a:t>
            </a:r>
          </a:p>
          <a:p>
            <a:pPr algn="ctr">
              <a:defRPr sz="1800"/>
            </a:pPr>
            <a:r>
              <a:t>Periksa secara berkala untuk informasi terbaru.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Ringkasan Aturan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6070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Kehadiran ≥ 75% melalui Saimen.</a:t>
            </a:r>
          </a:p>
          <a:p>
            <a:pPr>
              <a:spcAft>
                <a:spcPts val="1200"/>
              </a:spcAft>
              <a:defRPr sz="1800"/>
            </a:pPr>
            <a:r>
              <a:t>Pilih SHORT CUT (minggu 3–4) atau REGULAR (akhir semester).</a:t>
            </a:r>
          </a:p>
          <a:p>
            <a:pPr>
              <a:spcAft>
                <a:spcPts val="1200"/>
              </a:spcAft>
              <a:defRPr sz="1800"/>
            </a:pPr>
            <a:r>
              <a:t>Tes utama: teori Komputasi Awan + praktik Kubernetes.</a:t>
            </a:r>
          </a:p>
          <a:p>
            <a:pPr>
              <a:spcAft>
                <a:spcPts val="1200"/>
              </a:spcAft>
              <a:defRPr sz="1800"/>
            </a:pPr>
            <a:r>
              <a:t>Tidak ada remedial untuk jalur regular.</a:t>
            </a:r>
          </a:p>
          <a:p>
            <a:pPr>
              <a:spcAft>
                <a:spcPts val="1200"/>
              </a:spcAft>
              <a:defRPr sz="1800"/>
            </a:pPr>
            <a:r>
              <a:t>Laptop wajib / gunakan komputer lab.</a:t>
            </a:r>
          </a:p>
          <a:p>
            <a:pPr>
              <a:spcAft>
                <a:spcPts val="1200"/>
              </a:spcAft>
              <a:defRPr sz="1800"/>
            </a:pPr>
            <a:r>
              <a:t>Aktif bertanya dan menjawab; aktivitas tercatat di aplikasi.</a:t>
            </a:r>
          </a:p>
          <a:p>
            <a:pPr>
              <a:spcAft>
                <a:spcPts val="1200"/>
              </a:spcAft>
              <a:defRPr sz="1800"/>
            </a:pPr>
            <a:r>
              <a:t>Pertanyaan disampaikan melalui grup WhatsApp, bukan japri.</a:t>
            </a:r>
          </a:p>
          <a:p>
            <a:pPr>
              <a:spcAft>
                <a:spcPts val="1200"/>
              </a:spcAft>
              <a:defRPr sz="1800"/>
            </a:pPr>
            <a:r>
              <a:t>Informasi penting: s.gontor.ac.id/ka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92024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/>
            </a:pPr>
            <a:r>
              <a:t>SIAP BELAJAR?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97180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Belajar mandiri • Datang siap • Aktif berdiskusi • Kuasai praktik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